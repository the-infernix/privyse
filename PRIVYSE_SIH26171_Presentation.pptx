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Good morning judges. I'm presenting PRIVYSE.</a:t>
            </a:r>
          </a:p>
          <a:p/>
          <a:p>
            <a:r>
              <a:t>One-line intro: 'A privacy-preserving browser agent that redacts your personal data on your own device BEFORE anything is sent to an AI model.'</a:t>
            </a:r>
          </a:p>
          <a:p/>
          <a:p>
            <a:r>
              <a:t>SIH 2026, Research Track, Problem #26171.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THE PROBLEM — Browser agents today leak everything.</a:t>
            </a:r>
          </a:p>
          <a:p/>
          <a:p>
            <a:r>
              <a:t>• Cloud agents (browser-use, OpenAI Operator, etc.) send raw screenshots to GPT-4V/Claude. Every Aadhaar number, PAN, card and face on screen goes to a cloud provider.</a:t>
            </a:r>
          </a:p>
          <a:p>
            <a:r>
              <a:t>• Local agents without redaction still feed the raw screenshot to the (local) VLM — if the model compromises or memorises, the PII is exposed.</a:t>
            </a:r>
          </a:p>
          <a:p>
            <a:r>
              <a:t>• And almost nobody has a reproducible PII benchmark — judges can't verify claims.</a:t>
            </a:r>
          </a:p>
          <a:p/>
          <a:p>
            <a:r>
              <a:t>PAUSE. 'None of these work for a country that runs on Aadhaar and UPI — the stakes are real personal data.'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OUR SOLUTION — 'Sanitize before you send.'</a:t>
            </a:r>
          </a:p>
          <a:p/>
          <a:p>
            <a:r>
              <a:t>Three pillars (point to each):</a:t>
            </a:r>
          </a:p>
          <a:p>
            <a:r>
              <a:t>• 01 - All PII detected and redacted on-device, single choke-point architecture.</a:t>
            </a:r>
          </a:p>
          <a:p>
            <a:r>
              <a:t>• 02 - The VLM runs locally via Ollama — zero cloud, zero token cost, works offline.</a:t>
            </a:r>
          </a:p>
          <a:p>
            <a:r>
              <a:t>• 03 - Two independent fail-closed gates guarantee nothing leaks — not even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ARCHITECTURE — walk the loop left to right.</a:t>
            </a:r>
          </a:p>
          <a:p/>
          <a:p>
            <a:r>
              <a:t>1. CAPTURE: screenshot + DOM snapshot (shadow-root aware, numbered elements).</a:t>
            </a:r>
          </a:p>
          <a:p>
            <a:r>
              <a:t>2. SANITIZE: 3-tier PII redaction happens HERE, on device.</a:t>
            </a:r>
          </a:p>
          <a:p>
            <a:r>
              <a:t>3. ZERO-LEAK: DOM regex scan + OCR of the sanitized pixels. Fail-closed.</a:t>
            </a:r>
          </a:p>
          <a:p>
            <a:r>
              <a:t>4. VLM: local Qwen2.5-VL returns ONE JSON action.</a:t>
            </a:r>
          </a:p>
          <a:p>
            <a:r>
              <a:t>5. EXECUTE: action fires in the tab.</a:t>
            </a:r>
          </a:p>
          <a:p>
            <a:r>
              <a:t>↻ Loop repeats till done. Bottom row: 3 implementation layers.</a:t>
            </a:r>
          </a:p>
          <a:p/>
          <a:p>
            <a:r>
              <a:t>KEY LINE: 'Only redacted pixels + a numbered DOM ever leave — and in our demo they go to 127.0.0.1.'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PRIVACY ENGINE — the 3-tier redaction.</a:t>
            </a:r>
          </a:p>
          <a:p/>
          <a:p>
            <a:r>
              <a:t>• Tier A: passwords/CVV/OTP/PIN — solid black box, no token. Never useful to the VLM.</a:t>
            </a:r>
          </a:p>
          <a:p>
            <a:r>
              <a:t>• Tier B: regex PII — email/phone/Aadhaar/PAN/card (Luhn-validated → no false positives). Same value maps to the SAME token ([EMAIL_1]) so the VLM keeps continuity across steps without seeing the secret.</a:t>
            </a:r>
          </a:p>
          <a:p>
            <a:r>
              <a:t>• Tier C: faces via MediaPipe BlazeFace (crushed-blur, irreversible); PII inside images/canvas via Tesseract OCR, whole-region taint policy — we over-redact rather than leak.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RESULTS — the numbers that earn the 80% of the rubric.</a:t>
            </a:r>
          </a:p>
          <a:p/>
          <a:p>
            <a:r>
              <a:t>Top row (read deliberately):</a:t>
            </a:r>
          </a:p>
          <a:p>
            <a:r>
              <a:t>• PII detection F1 0.979 (recall 1.000 = we caught EVERY ground-truth PII element).</a:t>
            </a:r>
          </a:p>
          <a:p>
            <a:r>
              <a:t>• Redaction precision 0.959 — VLM still sees enough context to act.</a:t>
            </a:r>
          </a:p>
          <a:p>
            <a:r>
              <a:t>• 3/3 tasks completed at 100% visual-context accuracy.</a:t>
            </a:r>
          </a:p>
          <a:p>
            <a:r>
              <a:t>• Zero-leak gate: PASS on both channels.</a:t>
            </a:r>
          </a:p>
          <a:p/>
          <a:p>
            <a:r>
              <a:t>Bottom row: 2.2MB weights, 21.4MB total, 12.7s/step on a 4GB GPU.</a:t>
            </a:r>
          </a:p>
          <a:p/>
          <a:p>
            <a:r>
              <a:t>ALL numbers regenerate from our automated benchmark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BENCHMARKS — mapped exactly to the 5 scoring criteria with weights.</a:t>
            </a:r>
          </a:p>
          <a:p/>
          <a:p>
            <a:r>
              <a:t>This is the slide judges audit. Emphasize:</a:t>
            </a:r>
          </a:p>
          <a:p>
            <a:r>
              <a:t>• Visual-context accuracy 25% → 3/3 tasks, avg 1.0 step.</a:t>
            </a:r>
          </a:p>
          <a:p>
            <a:r>
              <a:t>• PII detection 20% → F1 0.979.</a:t>
            </a:r>
          </a:p>
          <a:p>
            <a:r>
              <a:t>• Redaction precision 20% → 0.959 pixel-level on rasterized masks.</a:t>
            </a:r>
          </a:p>
          <a:p>
            <a:r>
              <a:t>• Client resources 20% → 2.2MB weights, 0MB off-device fetches.</a:t>
            </a:r>
          </a:p>
          <a:p>
            <a:r>
              <a:t>• Latency 15% → 12.7s/step routed; &lt;5s target on judge-class GPU.</a:t>
            </a:r>
          </a:p>
          <a:p/>
          <a:p>
            <a:r>
              <a:t>Extra verification bullets: face F1 1.0, canvas OCR F1 1.0, dual zero-leak gates, routing gives 32% faster while holding 100%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TECH STACK — four boxes, one line each (don't over-explain).</a:t>
            </a:r>
          </a:p>
          <a:p/>
          <a:p>
            <a:r>
              <a:t>• Extension: WXT + TypeScript, Chrome MV3, offscreen vision host.</a:t>
            </a:r>
          </a:p>
          <a:p>
            <a:r>
              <a:t>• Vision: MediaPipe BlazeFace + Tesseract WASM, all weights bundled, no CDN.</a:t>
            </a:r>
          </a:p>
          <a:p>
            <a:r>
              <a:t>• Server: FastAPI + Ollama, SSE streaming for live 'thinking'.</a:t>
            </a:r>
          </a:p>
          <a:p>
            <a:r>
              <a:t>• VLM: Qwen2.5-VL 3B/7B, model pinning (keep_alive), runs on 4GB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COMPETITIVE EDGE — the 'why us' slide.</a:t>
            </a:r>
          </a:p>
          <a:p/>
          <a:p>
            <a:r>
              <a:t>Row by row: commercial agents send raw PII to the cloud; open-source local agents still send raw screenshots to the VLM; PRIVYSE is BOTH local AND redacts before the VLM sees anything.</a:t>
            </a:r>
          </a:p>
          <a:p/>
          <a:p>
            <a:r>
              <a:t>Read the bottom callout verbatim: 'The gap we fill — a privacy-preserving browser agent that is BOTH local AND redacts before the VLM sees anything. No existing agent does this.'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LATENCY ENGINEERING — this is how we hit usable latency on a 4GB laptop GPU.</a:t>
            </a:r>
          </a:p>
          <a:p/>
          <a:p>
            <a:r>
              <a:t>Quick walk: token cap 128, compact prompt (−60% system tokens), image resize to 800px, keep_alive pins the model (no 20–60s cold start), and 3B/7B routing = interactive steps use the fast 3B model, read/report steps use the accurate 7B model.</a:t>
            </a:r>
          </a:p>
          <a:p>
            <a:r>
              <a:t>Bottom honesty line: on our dev laptop 7B runs 75% CPU/25% GPU; sub-5s needs VRAM ≥ model size (judge-class hardware) — routing is the low-memory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ZERO-LEAK GUARANTEE — defense in depth, 5 layers.</a:t>
            </a:r>
          </a:p>
          <a:p/>
          <a:p>
            <a:r>
              <a:t>• L1: Tier A/B/C redaction.</a:t>
            </a:r>
          </a:p>
          <a:p>
            <a:r>
              <a:t>• L2: OCR of the sanitized screenshot (what would actually upload).</a:t>
            </a:r>
          </a:p>
          <a:p>
            <a:r>
              <a:t>• L3: regex scan of the outbound DOM JSON.</a:t>
            </a:r>
          </a:p>
          <a:p>
            <a:r>
              <a:t>• L4: pixel-level OCR gate.</a:t>
            </a:r>
          </a:p>
          <a:p>
            <a:r>
              <a:t>• L5: fail-closed default — if any gate cannot run, upload is BLOCKED.</a:t>
            </a:r>
          </a:p>
          <a:p/>
          <a:p>
            <a:r>
              <a:t>BOTTOM LINE (read verbatim): 'A gate that cannot run must not silently approve. Every failure blocks the upload.'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IMPACT — why this matters beyond the hackathon.</a:t>
            </a:r>
          </a:p>
          <a:p/>
          <a:p>
            <a:r>
              <a:t>• Privacy: raw screenshots never leave the machine. No cloud, no data brokers.</a:t>
            </a:r>
          </a:p>
          <a:p>
            <a:r>
              <a:t>• Productivity: ownable local automation — forms, data entry, banking flows, offline.</a:t>
            </a:r>
          </a:p>
          <a:p>
            <a:r>
              <a:t>• Accessibility: 4GB GPU, zero API cost, offline — anyone can run it.</a:t>
            </a:r>
          </a:p>
          <a:p>
            <a:r>
              <a:t>• Research: fully reproducible metrics, GT test site, metric-ready for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DEMO — 3 minutes, four beats.</a:t>
            </a:r>
          </a:p>
          <a:p/>
          <a:p>
            <a:r>
              <a:t>1. Open the test site (GT-labelled pages with embedded PII).</a:t>
            </a:r>
          </a:p>
          <a:p>
            <a:r>
              <a:t>2. Type a task, run the agent — show the loop working.</a:t>
            </a:r>
          </a:p>
          <a:p>
            <a:r>
              <a:t>3. Open the Network tab: PROOF only sanitized payloads leave (to 127.0.0.1).</a:t>
            </a:r>
          </a:p>
          <a:p>
            <a:r>
              <a:t>4. Side-by-side original vs sanitized: black boxes, [EMAIL_1] tokens, blurred faces, SoM numbers.</a:t>
            </a:r>
          </a:p>
          <a:p/>
          <a:p>
            <a:r>
              <a:t>While waiting for VLM: point at live 'thinking' tokens streaming via 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CLOSE — thank the judges, restate the one-line pitch.</a:t>
            </a:r>
          </a:p>
          <a:p/>
          <a:p>
            <a:r>
              <a:t>'PRIVYSE: on-device redaction + local VLM + zero-leak gates — the only browser agent that never lets your Aadhaar, PAN or face leave your machine. Open to questions.'</a:t>
            </a:r>
          </a:p>
          <a:p/>
          <a:p>
            <a:r>
              <a:t>Be ready for: 'Why not just use a cloud agent?' → data sovereignty. 'How do you prove zero-leak?' → Network tab + fail-closed gate. 'Can it run here?' → yes, 4GB GPU, all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0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73152" cy="22860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PRIVYSE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0AEC0"/>
                </a:solidFill>
                <a:latin typeface="Segoe UI"/>
              </a:defRPr>
            </a:pPr>
            <a:r>
              <a:t>On-device Visual Perception for</a:t>
            </a:r>
            <a:br/>
            <a:r>
              <a:t>Light-weight Browser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389120"/>
            <a:ext cx="2743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484632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4864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Segoe UI"/>
              </a:defRPr>
            </a:pPr>
            <a:r>
              <a:t>SIH 2026  ·  Research Track  ·  Problem #26171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B80"/>
                </a:solidFill>
                <a:latin typeface="Segoe UI"/>
              </a:defRPr>
            </a:pPr>
            <a:r>
              <a:t>Privacy-Preserving Browser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Browser Agents Leak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EF4444"/>
                </a:solidFill>
                <a:latin typeface="Segoe UI"/>
              </a:defRPr>
            </a:pPr>
            <a: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Cloud Agents Send</a:t>
            </a:r>
            <a:br/>
            <a:r>
              <a:t>Raw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Every form fill, Aadhaar number,</a:t>
            </a:r>
            <a:br/>
            <a:r>
              <a:t>and bank detail is visible to</a:t>
            </a:r>
            <a:br/>
            <a:r>
              <a:t>the cloud provider.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6B35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Local Agents Have</a:t>
            </a:r>
            <a:br/>
            <a:r>
              <a:t>No Redaction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572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The VLM runs locally but</a:t>
            </a:r>
            <a:br/>
            <a:r>
              <a:t>raw unsanitized screenshots</a:t>
            </a:r>
            <a:br/>
            <a:r>
              <a:t>are sent to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D600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No Ground-Truth</a:t>
            </a:r>
            <a:br/>
            <a: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572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Existing agents lack</a:t>
            </a:r>
            <a:br/>
            <a:r>
              <a:t>reproducible PII detection</a:t>
            </a:r>
            <a:br/>
            <a:r>
              <a:t>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Sanitize Before You Send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92608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B0E17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ON-DEVICE</a:t>
            </a:r>
            <a:br/>
            <a:r>
              <a:t>REDACTION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PII detected &amp; redacted</a:t>
            </a:r>
            <a:br/>
            <a:r>
              <a:t>on the user's own machine</a:t>
            </a:r>
            <a:br/>
            <a:r>
              <a:t>before anything leaves.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92608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B0E17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LOCAL VLM</a:t>
            </a:r>
            <a:br/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846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Qwen2.5-VL runs via Ollama</a:t>
            </a:r>
            <a:br/>
            <a:r>
              <a:t>locally — zero cloud</a:t>
            </a:r>
            <a:br/>
            <a:r>
              <a:t>dependency.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29260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B0E17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ZERO-LEAK</a:t>
            </a:r>
            <a:br/>
            <a:r>
              <a:t>GUARANTEE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46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Two fail-closed gates:</a:t>
            </a:r>
            <a:br/>
            <a:r>
              <a:t>DOM regex + OCR of</a:t>
            </a:r>
            <a:br/>
            <a:r>
              <a:t>sanitized pixels.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How It Works — End-to-End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Screenshot +</a:t>
            </a:r>
            <a:br/>
            <a:r>
              <a:t>DOM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B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5603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SANITIZE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3-Tier PII</a:t>
            </a:r>
            <a:br/>
            <a:r>
              <a:t>Redaction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B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5603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ZERO-LEAK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DOM Regex +</a:t>
            </a:r>
            <a:br/>
            <a:r>
              <a:t>OCR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B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5603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Local Qwen2.5-VL</a:t>
            </a:r>
            <a:br/>
            <a:r>
              <a:t>via 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B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5603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Action in</a:t>
            </a:r>
            <a:br/>
            <a:r>
              <a:t>Browser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B80"/>
                </a:solidFill>
                <a:latin typeface="Segoe UI"/>
              </a:defRPr>
            </a:pPr>
            <a:r>
              <a:t>↻  Loop repeats until task is 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Chrome Extension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32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WXT + TypeScript</a:t>
            </a:r>
            <a:br/>
            <a:r>
              <a:t>MV3 · Offscreen Vision</a:t>
            </a:r>
            <a:br/>
            <a:r>
              <a:t>~21.4 MB bundled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02920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FastAPI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532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Python · /act · /rethink</a:t>
            </a:r>
            <a:br/>
            <a:r>
              <a:t>SSE streaming</a:t>
            </a:r>
            <a:br/>
            <a:r>
              <a:t>Model routing 3B/7B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502920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Local VLM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532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Qwen2.5-VL 3B/7B</a:t>
            </a:r>
            <a:br/>
            <a:r>
              <a:t>Ollama · keep_alive</a:t>
            </a:r>
            <a:br/>
            <a:r>
              <a:t>4GB GPU capable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PRIVACY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Three-Tier On-Device Redaction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56032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786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E17"/>
                </a:solidFill>
                <a:latin typeface="Segoe UI"/>
              </a:defRPr>
            </a:pPr>
            <a:r>
              <a:t>TIER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Passwords &amp; 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Passwords, CVV, OTP, PINs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API keys, tokens, secrets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Solid black box — no text, no token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Never useful to VLM, always sensitive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56032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786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E17"/>
                </a:solidFill>
                <a:latin typeface="Segoe UI"/>
              </a:defRPr>
            </a:pPr>
            <a:r>
              <a:t>TIER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Regex-Detectable PII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490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Email → [EMAIL_1], Phone → [PHONE_1]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Aadhaar → [AADHAAR_1], PAN → [PAN_1]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Credit Card → [CARD_1] (Luhn-validated)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Same value → same token (VLM continuity)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256032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5786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E17"/>
                </a:solidFill>
                <a:latin typeface="Segoe UI"/>
              </a:defRPr>
            </a:pPr>
            <a:r>
              <a:t>TIER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Vision-Based 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490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Faces → MediaPipe BlazeFace → blur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Canvas/image PII → Tesseract OCR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Whole-region taint policy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▸  • Crushed-blur: irreversible face destruction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Performance That Speaks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Segoe UI"/>
              </a:defRPr>
            </a:pPr>
            <a:r>
              <a:t>0.979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PII Detection 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76"/>
                </a:solidFill>
                <a:latin typeface="Segoe UI"/>
              </a:defRPr>
            </a:pPr>
            <a:r>
              <a:t>0.959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Redaction 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  <a:latin typeface="Segoe UI"/>
              </a:defRPr>
            </a:pPr>
            <a:r>
              <a:t>3/3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Tasks 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2860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Segoe UI"/>
              </a:defRPr>
            </a:pPr>
            <a: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Zero-Leak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76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Recall (0 missed PII)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20624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Segoe UI"/>
              </a:defRPr>
            </a:pPr>
            <a: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Face Detection F1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0624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Segoe UI"/>
              </a:defRPr>
            </a:pPr>
            <a:r>
              <a:t>12.7s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Avg Step Latency (routed)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20624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  <a:latin typeface="Segoe UI"/>
              </a:defRPr>
            </a:pPr>
            <a:r>
              <a:t>21.4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Total On-Device Assets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Automated, Reproducible, Scoring-Aligned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515600" cy="594360"/>
          </a:xfrm>
          <a:prstGeom prst="roundRect">
            <a:avLst>
              <a:gd name="adj" fmla="val 5000"/>
            </a:avLst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6B80"/>
                </a:solidFill>
                <a:latin typeface="Segoe UI"/>
              </a:defRPr>
            </a:pPr>
            <a:r>
              <a:t>Scoring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6B80"/>
                </a:solidFill>
                <a:latin typeface="Segoe UI"/>
              </a:defRPr>
            </a:pPr>
            <a:r>
              <a:t>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6B80"/>
                </a:solidFill>
                <a:latin typeface="Segoe UI"/>
              </a:defRPr>
            </a:pPr>
            <a:r>
              <a:t>Our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515600" cy="59436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Visual-context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71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71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3/3 tasks (100%)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515600" cy="59436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PII detection recall &amp;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57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57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F1 = 0.979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51960"/>
            <a:ext cx="10515600" cy="59436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Redaction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343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343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0.959 pixel-level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0515600" cy="59436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Client resource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029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2.2 MB weights, 21.4 MB total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23560"/>
            <a:ext cx="10515600" cy="59436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End-to-end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715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~12.7 s/step (routed 3B/7B)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Additional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Segoe UI"/>
              </a:defRPr>
            </a:pPr>
            <a:r>
              <a:t>▸  Face Detection F1 = 1.0  (2/2 faces blurred)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Segoe UI"/>
              </a:defRPr>
            </a:pPr>
            <a:r>
              <a:t>▸  Canvas PII via OCR: Account 2/2, IFSC 1/1  (F1 = 1.0)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Segoe UI"/>
              </a:defRPr>
            </a:pPr>
            <a:r>
              <a:t>▸  Zero-Leak Gate: DOM regex ✓  |  OCR of sanitized pixels ✓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Segoe UI"/>
              </a:defRPr>
            </a:pPr>
            <a:r>
              <a:t>▸  Model Routing: 3B (interactive) → 7B (read/report)  =  32% faster, 100%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Built for Privacy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51760" cy="3931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WXT · TypeScript</a:t>
            </a:r>
            <a:br/>
            <a:r>
              <a:t>Chrome MV3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1371600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Cross-browser framework</a:t>
            </a:r>
            <a:br/>
            <a:r>
              <a:t>Type-safe action protocol</a:t>
            </a:r>
            <a:br/>
            <a:r>
              <a:t>Offscreen vision host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86000"/>
            <a:ext cx="2651760" cy="3931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MediaPipe · Tesseract</a:t>
            </a:r>
            <a:br/>
            <a:r>
              <a:t>WASM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3840480"/>
            <a:ext cx="137160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4114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BlazeFace face detection</a:t>
            </a:r>
            <a:br/>
            <a:r>
              <a:t>OCR on image/canvas regions</a:t>
            </a:r>
            <a:br/>
            <a:r>
              <a:t>All weights bundled (2.2 MB)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651760" cy="3931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FastAPI · Python</a:t>
            </a:r>
            <a:br/>
            <a:r>
              <a:t>Ollama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840480"/>
            <a:ext cx="1371600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/act · /rethink · SSE streaming</a:t>
            </a:r>
            <a:br/>
            <a:r>
              <a:t>OpenAI-compatible API</a:t>
            </a:r>
            <a:br/>
            <a:r>
              <a:t>Model routing 3B ↔ 7B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286000"/>
            <a:ext cx="2651760" cy="3931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VLM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Qwen2.5-VL</a:t>
            </a:r>
            <a:br/>
            <a:r>
              <a:t>3B / 7B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3840480"/>
            <a:ext cx="137160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41148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Local inference only</a:t>
            </a:r>
            <a:br/>
            <a:r>
              <a:t>keep_alive pinned</a:t>
            </a:r>
            <a:br/>
            <a:r>
              <a:t>4 GB GPU capable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No Other Agent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743200" cy="548640"/>
          </a:xfrm>
          <a:prstGeom prst="roundRect">
            <a:avLst>
              <a:gd name="adj" fmla="val 5000"/>
            </a:avLst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6B80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28600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6B80"/>
                </a:solidFill>
                <a:latin typeface="Segoe UI"/>
              </a:defRPr>
            </a:pPr>
            <a:r>
              <a:t>Commercial</a:t>
            </a:r>
            <a:br/>
            <a:r>
              <a:t>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28600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6B80"/>
                </a:solidFill>
                <a:latin typeface="Segoe UI"/>
              </a:defRPr>
            </a:pPr>
            <a:r>
              <a:t>Open-Source</a:t>
            </a:r>
            <a:br/>
            <a:r>
              <a:t>Local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PRIVYSE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535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Raw PII to VLM?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8803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953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8803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2953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803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953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No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2900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02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Cloud dependency?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4290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502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4290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3502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4290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502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No 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7764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0507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Runs on 4GB GPU?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97764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4050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N/A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97764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4050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97764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4050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Yes 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526279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59943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PII detection benchmark?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4526279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459943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720" y="4526279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80" y="459943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4526279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459943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Yes 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0749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1480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Zero-leak guarantee?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74720" y="507492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1880" y="5148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60720" y="507492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7880" y="5148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07492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5148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Yes 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6235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6967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Adaptive recovery?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74720" y="56235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11880" y="5696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60720" y="56235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97880" y="5696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0" y="56235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80" y="5696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Yes 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71600" y="5943600"/>
            <a:ext cx="9144000" cy="54864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0" y="59618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The gap we fill: a privacy-preserving browser agent that is BOTH local AND redacts before the VLM sees anything.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LATENCY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Optimized for Modest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VLM_MAX_TOKENS = 128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Halved max decode length;</a:t>
            </a:r>
            <a:br/>
            <a:r>
              <a:t>short JSON actions need few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42316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0A2A0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24505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~50% decode savings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COMPACT 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200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~60% fewer system tokens;</a:t>
            </a:r>
            <a:br/>
            <a:r>
              <a:t>identical behavior, shorter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29184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0A2A0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33192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60% token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IMAGE_RESIZE = 800px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069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Caps longest JPEG dimension;</a:t>
            </a:r>
            <a:br/>
            <a:r>
              <a:t>reduces vision encoder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6052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0A2A0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1879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Smaller payload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9204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keep_alive = 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Pins model in VRAM between steps;</a:t>
            </a:r>
            <a:br/>
            <a:r>
              <a:t>avoids 20–60s cold-load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502920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0A2A0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50566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Zero cold-start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072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3B/7B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806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Interactive → fast 3B model;</a:t>
            </a:r>
            <a:br/>
            <a:r>
              <a:t>read/report → accurate 7B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589788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0A2A0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59253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32% faster, 100% acc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94360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B80"/>
                </a:solidFill>
                <a:latin typeface="Segoe UI"/>
              </a:defRPr>
            </a:pPr>
            <a:r>
              <a:t>Hardware reality: RTX 3050 4GB VRAM → 7B runs 75% CPU / 25% GPU. Sub-5s target needs VRAM ≥ model size (judge-class GPU).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ZERO-LEAK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Defense in Depth — No Soft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0E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194560"/>
            <a:ext cx="86868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Tier A/B/C Redaction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Regex + field labels + vision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08959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0E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063239"/>
            <a:ext cx="86868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31546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Sanitized Screenshot 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003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Tesseract scans output pixels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9776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0E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931920"/>
            <a:ext cx="86868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DOM Regex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Scans outbound JSON for PII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4632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0E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800600"/>
            <a:ext cx="86868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4892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Image OCR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OCR of what would actually upload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714999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0E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669279"/>
            <a:ext cx="8686800" cy="7315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576071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Fail-Closed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8064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Gate can't run → upload blocked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5760720"/>
            <a:ext cx="8686800" cy="64008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58338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A gate that cannot run must not silently approve. Every failure blocks the upload.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F4444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PRIVACY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210312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Raw screenshots never leave the machine.</a:t>
            </a:r>
            <a:br/>
            <a:r>
              <a:t>PII redacted on-device. No cloud, no</a:t>
            </a:r>
            <a:br/>
            <a:r>
              <a:t>per-token cost, no data brokers.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37744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E67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PRODUCTIVITY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3383280"/>
            <a:ext cx="210312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Lightweight, ownable browser agent.</a:t>
            </a:r>
            <a:br/>
            <a:r>
              <a:t>Automate form-filling, data entry,</a:t>
            </a:r>
            <a:br/>
            <a:r>
              <a:t>flow regression — locally.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Segoe UI"/>
              </a:defRPr>
            </a:pPr>
            <a: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ACCESSIBILITY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383280"/>
            <a:ext cx="2103120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Works on 4GB GPU. Zero API costs.</a:t>
            </a:r>
            <a:br/>
            <a:r>
              <a:t>Offline capable. Anyone can run it</a:t>
            </a:r>
            <a:br/>
            <a:r>
              <a:t>without commercial subscriptions.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37744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7C3AED"/>
                </a:solidFill>
                <a:latin typeface="Segoe UI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3383280"/>
            <a:ext cx="210312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Reproducible benchmarks. Ground-truth</a:t>
            </a:r>
            <a:br/>
            <a:r>
              <a:t>test site. Metric-ready for judges.</a:t>
            </a:r>
            <a:br/>
            <a:r>
              <a:t>Demo-provable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Live Walkthrough — 3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65176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697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B0E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Open test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Launch the ground-truth</a:t>
            </a:r>
            <a:br/>
            <a:r>
              <a:t>flight booking page with</a:t>
            </a:r>
            <a:br/>
            <a:r>
              <a:t>embedded PII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530352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0A15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53218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  <a:latin typeface="Segoe UI"/>
              </a:defRPr>
            </a:pPr>
            <a:r>
              <a:t>30s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37744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265176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697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B0E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Run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0233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Type a task in the side panel.</a:t>
            </a:r>
            <a:br/>
            <a:r>
              <a:t>Agent captures, sanitizes,</a:t>
            </a:r>
            <a:br/>
            <a:r>
              <a:t>sends to local VLM.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530352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0A15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53218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  <a:latin typeface="Segoe UI"/>
              </a:defRPr>
            </a:pPr>
            <a:r>
              <a:t>60s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7744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0" y="265176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697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B0E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Show Network tab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233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Proof: only sanitized payloads</a:t>
            </a:r>
            <a:br/>
            <a:r>
              <a:t>leave the extension.</a:t>
            </a:r>
            <a:br/>
            <a:r>
              <a:t>No raw screenshots.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530352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0A15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53218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  <a:latin typeface="Segoe UI"/>
              </a:defRPr>
            </a:pPr>
            <a:r>
              <a:t>30s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37744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217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04120" y="265176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697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B0E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Show redaction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0233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Side-by-side: original vs</a:t>
            </a:r>
            <a:br/>
            <a:r>
              <a:t>sanitized image with</a:t>
            </a:r>
            <a:br/>
            <a:r>
              <a:t>SoM tags + black boxes.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40" y="5303520"/>
            <a:ext cx="1005840" cy="365760"/>
          </a:xfrm>
          <a:prstGeom prst="roundRect">
            <a:avLst>
              <a:gd name="adj" fmla="val 5000"/>
            </a:avLst>
          </a:prstGeom>
          <a:solidFill>
            <a:srgbClr val="0A15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53218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  <a:latin typeface="Segoe UI"/>
              </a:defRPr>
            </a:pPr>
            <a:r>
              <a:t>30s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Key talking points during demo: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B80"/>
                </a:solidFill>
                <a:latin typeface="Segoe UI"/>
              </a:defRPr>
            </a:pPr>
            <a:r>
              <a:t>Network tab shows only redacted payloads  ·  Side panel shows live VLM thinking  ·  Face blur visible in real-time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457200"/>
            <a:ext cx="7315200" cy="7315200"/>
          </a:xfrm>
          <a:prstGeom prst="ellipse">
            <a:avLst/>
          </a:prstGeom>
          <a:solidFill>
            <a:srgbClr val="08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  <a:latin typeface="Segoe UI"/>
              </a:defRPr>
            </a:pPr>
            <a:r>
              <a:t>PRIVYSE — On-device Visual Perception</a:t>
            </a:r>
            <a:br/>
            <a:r>
              <a:t>for Light-weight Browser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B80"/>
                </a:solidFill>
                <a:latin typeface="Segoe UI"/>
              </a:defRPr>
            </a:pPr>
            <a:r>
              <a:t>SIH 2026  ·  Research Track  ·  Problem #26171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Segoe U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